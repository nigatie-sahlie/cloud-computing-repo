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 team, the instructor, and the one-line project scope: a containerized Node.js app deployed on ECS Fargate with a fully automated CI/CD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of the presentation so the audience knows what's coming.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project follows Option 3 of the course brief. Walk through the six objectives quickly — these map directly to the grading rubric.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 top to bottom: developer push → CodeCommit → CodePipeline orchestrates Build (CodeBuild → ECR) then Deploy (ECS Fargate service behind the ALB). Point out the supporting IAM, security group, S3, and CloudWatch/X-Ray boxes on the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exact automation chain. Emphasize: source.type and artifacts.type both had to be CODEPIPELINE for CodeBuild to integrate correctly — a lesson learned. The imagedefinitions.json file is what tells the ECS deploy stage which new image to roll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Six-card summary of the build. Mention this was all done via AWS CLI, not the console, with configuration files committed to CodeCommit for reproducibility.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CloudWatch dashboard screenshot. Mention both alarms are showing INSUFFICIENT_DATA at rest — that's expected, they'll evaluate as real traffic flows. X-Ray gives us a foundation for tracing that becomes more valuable as the app grows more complex (e.g., adding a database).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was diagnosed from the actual AWS error message — ECS deployment events, CodeBuild logs, or CLI error text — rather than guessed. The full troubleshooting log with commands is in the written report's Section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curl output live if possible. Point out the container ID and timestamp prove the response is coming from a real running task, not a cached page. The right-hand screenshot shows the ECS service with 2/2 tasks healthy and 'Success' deployment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five key lessons learned, then open the floor for questions. Thank the instructor by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-1097280" y="420624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10241280" y="-1645920"/>
            <a:ext cx="3657600" cy="3657600"/>
          </a:xfrm>
          <a:prstGeom prst="roundRect">
            <a:avLst>
              <a:gd name="adj" fmla="val 10000"/>
            </a:avLst>
          </a:prstGeom>
          <a:solidFill>
            <a:srgbClr val="12879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COMPUTING — FINAL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Pipeline with Container Orchestration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Node.js Application on Amazon ECS Fargate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19050">
            <a:solidFill>
              <a:srgbClr val="1287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
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Nigatie Sahlie  &amp;  Solomon Tibebu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
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Anteneh Alemu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Region: us-east-1   | 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98480" y="36576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15544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192024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scope, and the technology stack we used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17920" y="16002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086600" y="15544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86600" y="192024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CodePipeline, ECS Fargate, and the ALB fit together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08760" y="29718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333756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steps: container → registry → compute → automation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0" y="3017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086600" y="29718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86600" y="333756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dashboards, alarms, and X-Ray tracing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508760" y="43891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75488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issues we hit and how we resolved them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44348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086600" y="43891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 &amp; Lessons Learned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86600" y="475488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app, cost, and what we'd do next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Pipeline on AWS ECS Fargate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931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— DevOps Pipeline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Container Orchestration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502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329184" cy="329184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051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97840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a Node.js/Express app with Docker and a working health check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63440" y="1892808"/>
            <a:ext cx="329184" cy="32918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92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819656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versioned images in Amazon ECR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63440" y="2734056"/>
            <a:ext cx="329184" cy="329184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734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660904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 serverlessly on ECS Fargate — no EC2 management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63440" y="3575304"/>
            <a:ext cx="329184" cy="32918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575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502152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it securely via an Application Load Balancer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663440" y="4416552"/>
            <a:ext cx="329184" cy="329184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4416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43434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&amp; deploy: CodeCommit → CodeBuild → CodePipeline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663440" y="5257800"/>
            <a:ext cx="329184" cy="32918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5257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518464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observability with CloudWatch and AWS X-Ray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Pipeline on AWS ECS Fargate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CodeCommit → CodePipeline → CodeBuild → ECR → ECS Fargate → ALB</a:t>
            </a:r>
            <a:endParaRPr lang="en-US" sz="1300" dirty="0"/>
          </a:p>
        </p:txBody>
      </p:sp>
      <p:pic>
        <p:nvPicPr>
          <p:cNvPr id="4" name="Image 0" descr="/home/claude/pptx_build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51760" y="1325880"/>
            <a:ext cx="685800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Pipeline on AWS ECS Fargate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git push triggers an automated build and a zero-downtime rolling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536192" cy="13716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6243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310896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76272" y="2697480"/>
            <a:ext cx="201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377440" y="2331720"/>
            <a:ext cx="1536192" cy="1371600"/>
          </a:xfrm>
          <a:prstGeom prst="roundRect">
            <a:avLst>
              <a:gd name="adj" fmla="val 8000"/>
            </a:avLst>
          </a:prstGeom>
          <a:solidFill>
            <a:srgbClr val="12879B"/>
          </a:solidFill>
          <a:ln/>
        </p:spPr>
      </p:sp>
      <p:sp>
        <p:nvSpPr>
          <p:cNvPr id="9" name="Text 7"/>
          <p:cNvSpPr/>
          <p:nvPr/>
        </p:nvSpPr>
        <p:spPr>
          <a:xfrm>
            <a:off x="2450592" y="26243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CodeCommit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450592" y="310896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app-repo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13632" y="2697480"/>
            <a:ext cx="201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0" y="2331720"/>
            <a:ext cx="1536192" cy="1371600"/>
          </a:xfrm>
          <a:prstGeom prst="roundRect">
            <a:avLst>
              <a:gd name="adj" fmla="val 8000"/>
            </a:avLst>
          </a:prstGeom>
          <a:solidFill>
            <a:srgbClr val="12879B"/>
          </a:solidFill>
          <a:ln/>
        </p:spPr>
      </p:sp>
      <p:sp>
        <p:nvSpPr>
          <p:cNvPr id="13" name="Text 11"/>
          <p:cNvSpPr/>
          <p:nvPr/>
        </p:nvSpPr>
        <p:spPr>
          <a:xfrm>
            <a:off x="4187952" y="26243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87952" y="310896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50992" y="2697480"/>
            <a:ext cx="201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852160" y="2331720"/>
            <a:ext cx="1536192" cy="1371600"/>
          </a:xfrm>
          <a:prstGeom prst="roundRect">
            <a:avLst>
              <a:gd name="adj" fmla="val 8000"/>
            </a:avLst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5925312" y="26243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CodeBuild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25312" y="310896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+ push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88352" y="2697480"/>
            <a:ext cx="201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589520" y="2331720"/>
            <a:ext cx="1536192" cy="1371600"/>
          </a:xfrm>
          <a:prstGeom prst="roundRect">
            <a:avLst>
              <a:gd name="adj" fmla="val 8000"/>
            </a:avLst>
          </a:prstGeom>
          <a:solidFill>
            <a:srgbClr val="12879B"/>
          </a:solidFill>
          <a:ln/>
        </p:spPr>
      </p:sp>
      <p:sp>
        <p:nvSpPr>
          <p:cNvPr id="21" name="Text 19"/>
          <p:cNvSpPr/>
          <p:nvPr/>
        </p:nvSpPr>
        <p:spPr>
          <a:xfrm>
            <a:off x="7662672" y="26243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662672" y="310896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registry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25712" y="2697480"/>
            <a:ext cx="201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326880" y="2331720"/>
            <a:ext cx="1536192" cy="1371600"/>
          </a:xfrm>
          <a:prstGeom prst="roundRect">
            <a:avLst>
              <a:gd name="adj" fmla="val 8000"/>
            </a:avLst>
          </a:prstGeom>
          <a:solidFill>
            <a:srgbClr val="1F7A5C"/>
          </a:solidFill>
          <a:ln/>
        </p:spPr>
      </p:sp>
      <p:sp>
        <p:nvSpPr>
          <p:cNvPr id="25" name="Text 23"/>
          <p:cNvSpPr/>
          <p:nvPr/>
        </p:nvSpPr>
        <p:spPr>
          <a:xfrm>
            <a:off x="9400032" y="26243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400032" y="310896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deploy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4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Fargate tasks running behind the ALB, updated automatically with zero downtime on every merge to main.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0749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193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buildspec.yml (excerpt)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546811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$REPO_URI:latest -f docker/Dockerfile 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$REPO_URI:latest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 '[{"name":"app","imageUri":"%s"}]' $REPO_URI:latest &gt; imagedefinitions.json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Pipeline on AWS ECS Fargate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Highlights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5F7F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2148840"/>
          </a:xfrm>
          <a:prstGeom prst="roundRect">
            <a:avLst/>
          </a:prstGeom>
          <a:solidFill>
            <a:srgbClr val="12879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node:18-alpine base image with a Docker HEALTHCHECK hitting /health every 30s.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2344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5F7FA"/>
          </a:solidFill>
          <a:ln/>
        </p:spPr>
      </p:sp>
      <p:sp>
        <p:nvSpPr>
          <p:cNvPr id="8" name="Shape 6"/>
          <p:cNvSpPr/>
          <p:nvPr/>
        </p:nvSpPr>
        <p:spPr>
          <a:xfrm>
            <a:off x="4343400" y="1234440"/>
            <a:ext cx="109728" cy="2148840"/>
          </a:xfrm>
          <a:prstGeom prst="round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417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18288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roles for ECS task execution, CodeBuild, and CodePipeline — permissions added only as needed.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2344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0" y="1234440"/>
            <a:ext cx="109728" cy="2148840"/>
          </a:xfrm>
          <a:prstGeom prst="roundRect">
            <a:avLst/>
          </a:prstGeom>
          <a:solidFill>
            <a:srgbClr val="12879B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417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18288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in public subnets (port 80 open); ECS tasks reachable only from the ALB security group (port 3000).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11880"/>
            <a:ext cx="109728" cy="2148840"/>
          </a:xfrm>
          <a:prstGeom prst="roundRect">
            <a:avLst/>
          </a:prstGeom>
          <a:solidFill>
            <a:srgbClr val="1F7A5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94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Service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app-cluster running app-task on Fargate — 256 CPU / 512 MB, 2 desired tasks, logs to CloudWatch.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36118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343400" y="3611880"/>
            <a:ext cx="109728" cy="2148840"/>
          </a:xfrm>
          <a:prstGeom prst="roundRect">
            <a:avLst/>
          </a:prstGeom>
          <a:solidFill>
            <a:srgbClr val="12879B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3794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17720" y="42062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app-alb + target group (IP target type) health-checking /health before routing traffic.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36118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0" y="3611880"/>
            <a:ext cx="109728" cy="2148840"/>
          </a:xfrm>
          <a:prstGeom prst="roundRect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3794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42062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CodePipeline: Source (CodeCommit) → Build (CodeBuild) → Deploy (ECS), triggered on every push.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Pipeline on AWS ECS Fargate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Observability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6032" cy="256032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88366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group /ecs/app — centralized container stdout/stderr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56032" cy="256032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38658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App-Dashboard — ECS CPU/memory + ALB latency &amp; error widgets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256032" cy="256032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1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88950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Alarm: ECS-High-CPU — triggers above 70% (2 periods)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256032" cy="256032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74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39242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Alarm: ALB-High-Latency — triggers above 1s (2 periods)</a:t>
            </a:r>
            <a:endParaRPr lang="en-US" sz="1200" dirty="0"/>
          </a:p>
        </p:txBody>
      </p:sp>
      <p:pic>
        <p:nvPicPr>
          <p:cNvPr id="17" name="Image 0" descr="/home/claude/pptx_build/CloudWat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08760"/>
            <a:ext cx="5486400" cy="4846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X-Ray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" y="4617720"/>
            <a:ext cx="256032" cy="25603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617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1560" y="453542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aws-xray-sdk Express middleware wraps every request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5120640"/>
            <a:ext cx="256032" cy="25603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5120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51560" y="503834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daemon sidecar container in the task (UDP :2000)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" y="5623560"/>
            <a:ext cx="256032" cy="25603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5623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51560" y="554126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 + per-request traces in the X-Ray console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Pipeline on AWS ECS Fargate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issues encountered during the build — and how each was resolved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2412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30552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tasks failed to launch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213055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ecsTaskExecutionRole didn't exist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2130552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role with correct trust policy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898648"/>
            <a:ext cx="996696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71800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ResourceInitializationError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2971800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 group /ecs/app missing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2971800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log group before redeploying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739896"/>
            <a:ext cx="996696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13048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URL timed out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3813048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inbound rule for port 80 on ALB security group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3813048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TCP 80 from 0.0.0.0/0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581144"/>
            <a:ext cx="996696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654296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CodeBuild create-project failed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465429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source.type and artifacts.type mismatched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654296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both to CODEPIPELINE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5422392"/>
            <a:ext cx="996696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95544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Build stage failed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5495544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CodeBuild concurrent-build quota was 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5495544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a Service Quotas increase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Pipeline on AWS ECS Fargate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 via the ALB's public DNS name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766560" cy="1828800"/>
          </a:xfrm>
          <a:prstGeom prst="roundRect">
            <a:avLst>
              <a:gd name="adj" fmla="val 5000"/>
            </a:avLst>
          </a:prstGeom>
          <a:solidFill>
            <a:srgbClr val="0B1E3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C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http://app-alb-*.us-east-1.elb.amazonaws.com/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{"message":"Hello from ECS Fargate!",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"containerId":"ip-172-31-...",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"timestamp":"2026-07-16T18:18:06Z"}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033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Running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356616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37033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71800" y="4343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Healthy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356616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37033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303520" y="4343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/ Month</a:t>
            </a:r>
            <a:endParaRPr lang="en-US" sz="1100" dirty="0"/>
          </a:p>
        </p:txBody>
      </p:sp>
      <p:pic>
        <p:nvPicPr>
          <p:cNvPr id="16" name="Image 0" descr="/home/claude/pptx_build/pipline-work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4983480"/>
            <a:ext cx="6766560" cy="1325880"/>
          </a:xfrm>
          <a:prstGeom prst="rect">
            <a:avLst/>
          </a:prstGeom>
        </p:spPr>
      </p:pic>
      <p:pic>
        <p:nvPicPr>
          <p:cNvPr id="17" name="Image 1" descr="/home/claude/pptx_build/ECS-service-creat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35240" y="1508760"/>
            <a:ext cx="3931920" cy="4846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Pipeline on AWS ECS Fargate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914400" y="-1097280"/>
            <a:ext cx="3657600" cy="365760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875520" y="4754880"/>
            <a:ext cx="3840480" cy="3840480"/>
          </a:xfrm>
          <a:prstGeom prst="roundRect">
            <a:avLst>
              <a:gd name="adj" fmla="val 9524"/>
            </a:avLst>
          </a:prstGeom>
          <a:solidFill>
            <a:srgbClr val="12879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Lessons Learned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1371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274320" cy="274320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least-privilege works best iteratively — grant only what the current error requires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441448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41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35000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deployment events point directly at the fix — missing roles, missing log groups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008376"/>
            <a:ext cx="274320" cy="274320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08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91693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CodeBuild + CodePipeline requires matching source/artifact types (CODEPIPELINE)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575304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75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48386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AWS accounts often start with service quotas at 0 — separate from IAM permissions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142232"/>
            <a:ext cx="274320" cy="274320"/>
          </a:xfrm>
          <a:prstGeom prst="ellipse">
            <a:avLst/>
          </a:prstGeom>
          <a:solidFill>
            <a:srgbClr val="12879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42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05079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each layer independently made root-causing failures fast, not overwhelming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5120640"/>
            <a:ext cx="1051560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349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Nigatie Sahlie  &amp;  Solomon Tibebu   |   Instructor: Mr. Anteneh Alemu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2026-07-17T05:15:50Z</dcterms:created>
  <dcterms:modified xsi:type="dcterms:W3CDTF">2026-07-17T05:15:50Z</dcterms:modified>
</cp:coreProperties>
</file>